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95" d="100"/>
          <a:sy n="195" d="100"/>
        </p:scale>
        <p:origin x="10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375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A514122-3F18-8F7E-4D83-63345E2F2C7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2734"/>
            <a:ext cx="9144000" cy="5140766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60566" y="15316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Mimir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02920" y="2514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knows exactly how things get done.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Self-evolving AI knowledge platform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9BF331-178F-6111-26D7-B37A1BFF4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2920" y="1611630"/>
            <a:ext cx="755587" cy="7543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is powerful.</a:t>
            </a:r>
            <a:endParaRPr lang="en-US" sz="3800" dirty="0"/>
          </a:p>
          <a:p>
            <a:pPr marL="0" indent="0" algn="l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does it know</a:t>
            </a:r>
            <a:endParaRPr lang="en-US" sz="3800" dirty="0"/>
          </a:p>
          <a:p>
            <a:pPr marL="0" indent="0" algn="l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YOUR team works?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333756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by default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18795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Out-of-the-box AI has no idea about your architecture decisions, code standards, or team conventions.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10712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10712" y="3840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gets lost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10712" y="418795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engineers leave. Slack threads fade. Decisions made three sprints ago are forgotten.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72784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72784" y="3840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sprint restarts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72784" y="418795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re-explain context to AI every session. There's no compounding — just repetition.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MIMIR DOES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 how work gets done.</a:t>
            </a:r>
            <a:endParaRPr lang="en-US" sz="3800" dirty="0"/>
          </a:p>
          <a:p>
            <a:pPr marL="0" indent="0" algn="l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that knowledge to AI.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11480" y="2468880"/>
            <a:ext cx="2011680" cy="1645920"/>
          </a:xfrm>
          <a:prstGeom prst="rect">
            <a:avLst/>
          </a:prstGeom>
          <a:solidFill>
            <a:srgbClr val="F7F8F8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2468880"/>
            <a:ext cx="20116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Standards, workflows, activities — structured and versioned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41448" y="3291840"/>
            <a:ext cx="4114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51760" y="2468880"/>
            <a:ext cx="2011680" cy="1645920"/>
          </a:xfrm>
          <a:prstGeom prst="rect">
            <a:avLst/>
          </a:prstGeom>
          <a:solidFill>
            <a:srgbClr val="F7F8F8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51760" y="2468880"/>
            <a:ext cx="20116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8892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88920" y="30175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query your playbooks directly in real time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81728" y="3291840"/>
            <a:ext cx="4114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92040" y="2468880"/>
            <a:ext cx="2011680" cy="1645920"/>
          </a:xfrm>
          <a:prstGeom prst="rect">
            <a:avLst/>
          </a:prstGeom>
          <a:solidFill>
            <a:srgbClr val="F7F8F8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92040" y="2468880"/>
            <a:ext cx="20116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work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30175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your exact standards — not generic best practices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22008" y="3291840"/>
            <a:ext cx="4114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32320" y="2468880"/>
            <a:ext cx="2011680" cy="1645920"/>
          </a:xfrm>
          <a:prstGeom prst="rect">
            <a:avLst/>
          </a:prstGeom>
          <a:solidFill>
            <a:srgbClr val="F7F8F8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32320" y="2468880"/>
            <a:ext cx="20116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69480" y="2651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PIPs refine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69480" y="30175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 improvements; engineers approve and publish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07A6E"/>
          </a:solidFill>
          <a:ln w="12700">
            <a:solidFill>
              <a:srgbClr val="00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</a:t>
            </a:r>
            <a:endParaRPr lang="en-US" sz="4000" dirty="0"/>
          </a:p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2286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your standards once.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8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session inherits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0" y="457200"/>
            <a:ext cx="36576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15968" y="4572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15968" y="7589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your tech choices — frameworks, patterns, constraints — in structured activities.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1536192"/>
            <a:ext cx="36576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15968" y="15361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standards &amp; rules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15968" y="18379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export directly to Cursor/Windsurf `.mdc` files. AI follows your conventions automatically.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2615184"/>
            <a:ext cx="36576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15968" y="26151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guidance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5968" y="29169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how features get built: BDD specs → services → views → tests. AI knows the sequence.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3694176"/>
            <a:ext cx="36576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15968" y="36941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15968" y="3995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 version like code. Changes go through PIPs — not undocumented ad-hoc edits.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ROLES, ONE PLATFORM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3977640" cy="3749040"/>
          </a:xfrm>
          <a:prstGeom prst="rect">
            <a:avLst/>
          </a:prstGeom>
          <a:solidFill>
            <a:srgbClr val="F7F8F8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397764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Sponsor /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Owner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a project in a day.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FeatureFactory playbook is pre-loaded: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User journey and screen flows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BDD feature specs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Architecture decisions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Project estimate with Monte Carlo forecast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runs each activity guided by the playbook. You review outputs, not prompts.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77640" cy="3749040"/>
          </a:xfrm>
          <a:prstGeom prst="rect">
            <a:avLst/>
          </a:prstGeom>
          <a:solidFill>
            <a:srgbClr val="F7F8F8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397764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Scrum Master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sprint in an hour.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37744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Mimir knows your workflows end to end: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Activities with clear inputs and outputs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Dependencies mapped between activities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Effort estimates per scenario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GitHub issues created from playbook spec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the sprint board. You decide priorities.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EXECUTION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Engineers + AI run</a:t>
            </a:r>
            <a:endParaRPr lang="en-US" sz="3800" dirty="0"/>
          </a:p>
          <a:p>
            <a:pPr marL="0" indent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sprint in hours.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shifts from engineering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acceptance testing and product decisions.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03520" y="502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760720" y="502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scenario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60720" y="8503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 with BDD spec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32120" y="1216152"/>
            <a:ext cx="0" cy="347472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0" y="1600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0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implements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60720" y="19476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→ service → view → template, guided by playbook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32120" y="2313432"/>
            <a:ext cx="0" cy="347472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0" y="2697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2697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60720" y="30449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integration + Playwright E2E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32120" y="3410712"/>
            <a:ext cx="0" cy="347472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0" y="3794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3794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&amp; review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60720" y="4142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 diff, not the prompts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COMPOUNDS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sprint makes the</a:t>
            </a:r>
            <a:endParaRPr lang="en-US" sz="3800" dirty="0"/>
          </a:p>
          <a:p>
            <a:pPr marL="0" indent="0" algn="l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sprint better.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Improvement Proposals (PIPs)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71576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 gaps or improvements during sprints and submits a structured proposal. Galdr AI pre-reviews it. The engineer approves. The playbook evolves.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3611880"/>
            <a:ext cx="4846320" cy="1188720"/>
          </a:xfrm>
          <a:prstGeom prst="rect">
            <a:avLst/>
          </a:prstGeom>
          <a:solidFill>
            <a:srgbClr val="E6F7F5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it's time to hand over to operations, you have a perfectly structured asset — not tribal knowledge in someone's head.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3886200"/>
            <a:ext cx="502920" cy="457200"/>
          </a:xfrm>
          <a:prstGeom prst="rect">
            <a:avLst/>
          </a:prstGeom>
          <a:solidFill>
            <a:srgbClr val="A7D9D4"/>
          </a:solidFill>
          <a:ln w="12700">
            <a:solidFill>
              <a:srgbClr val="A7D9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23560" y="43891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46520" y="3611880"/>
            <a:ext cx="502920" cy="731520"/>
          </a:xfrm>
          <a:prstGeom prst="rect">
            <a:avLst/>
          </a:prstGeom>
          <a:solidFill>
            <a:srgbClr val="A7D9D4"/>
          </a:solidFill>
          <a:ln w="12700">
            <a:solidFill>
              <a:srgbClr val="A7D9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43891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223760" y="3337560"/>
            <a:ext cx="502920" cy="1005840"/>
          </a:xfrm>
          <a:prstGeom prst="rect">
            <a:avLst/>
          </a:prstGeom>
          <a:solidFill>
            <a:srgbClr val="A7D9D4"/>
          </a:solidFill>
          <a:ln w="12700">
            <a:solidFill>
              <a:srgbClr val="A7D9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78040" y="43891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001000" y="2971800"/>
            <a:ext cx="502920" cy="1371600"/>
          </a:xfrm>
          <a:prstGeom prst="rect">
            <a:avLst/>
          </a:prstGeom>
          <a:solidFill>
            <a:srgbClr val="A7D9D4"/>
          </a:solidFill>
          <a:ln w="12700">
            <a:solidFill>
              <a:srgbClr val="A7D9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55280" y="43891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778240" y="2606040"/>
            <a:ext cx="502920" cy="1737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732520" y="43891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7784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depth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Edda.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71907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battle-tested playbook for modern SaaS —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on day one.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886200" cy="1005840"/>
          </a:xfrm>
          <a:prstGeom prst="rect">
            <a:avLst/>
          </a:prstGeom>
          <a:solidFill>
            <a:srgbClr val="F7F8F8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45720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Full-stack, full lifecycle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03580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product vision to deployed feature. ESM → DTA → BPE workflows cover every phase.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2651760"/>
            <a:ext cx="3886200" cy="1005840"/>
          </a:xfrm>
          <a:prstGeom prst="rect">
            <a:avLst/>
          </a:prstGeom>
          <a:solidFill>
            <a:srgbClr val="F7F8F8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2651760"/>
            <a:ext cx="45720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Stack-agnostic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303580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Django, Rails, FastAPI, Next.js — swap the implementation; the process stays the same.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886200" cy="1005840"/>
          </a:xfrm>
          <a:prstGeom prst="rect">
            <a:avLst/>
          </a:prstGeom>
          <a:solidFill>
            <a:srgbClr val="F7F8F8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45720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886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coding conventions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17880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format, test-first, skeleton pattern, logging, docstrings — all encoded as Rules.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3794760"/>
            <a:ext cx="3886200" cy="1005840"/>
          </a:xfrm>
          <a:prstGeom prst="rect">
            <a:avLst/>
          </a:prstGeom>
          <a:solidFill>
            <a:srgbClr val="F7F8F8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3794760"/>
            <a:ext cx="45720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3886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from the start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417880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assuming AI does the work. Activities are written as AI instructions, not human checklists.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0" y="804672"/>
            <a:ext cx="3246120" cy="1691640"/>
          </a:xfrm>
          <a:prstGeom prst="rect">
            <a:avLst/>
          </a:prstGeom>
          <a:solidFill>
            <a:srgbClr val="E6F7F5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0" y="91440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Edda ships with Mimir.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it to your stack,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lock it down as v1.0.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 TOGETHER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5943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need a Full Stack</a:t>
            </a:r>
            <a:endParaRPr lang="en-US" sz="3800" dirty="0"/>
          </a:p>
          <a:p>
            <a:pPr marL="0" indent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Engineer.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 is to make you an independent operator.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2926080"/>
            <a:ext cx="2743200" cy="182880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292608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6072" y="3044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" y="33192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" y="3675888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set up Mimir, configure the Edda playbook for your stack, run the inception phase, and deliver a runnable project skeleton.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" y="4507992"/>
            <a:ext cx="777240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" y="4489704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week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10128" y="2926080"/>
            <a:ext cx="2743200" cy="182880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10128" y="292608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3044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33192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sprints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3675888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work alongside your team — engineers + AI delivering features, establishing the rhythm, refining the playbook via PIPs.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4507992"/>
            <a:ext cx="777240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0" y="4489704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sprints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08776" y="2926080"/>
            <a:ext cx="2743200" cy="182880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08776" y="292608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73368" y="3044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73368" y="33192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73368" y="3675888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runs it independently. The playbook is mature, the knowledge is in Mimir — not in our heads.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73368" y="4507992"/>
            <a:ext cx="777240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73368" y="4489704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it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728</Words>
  <Application>Microsoft Macintosh PowerPoint</Application>
  <PresentationFormat>On-screen Show (16:9)</PresentationFormat>
  <Paragraphs>130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Mimir</dc:title>
  <dc:subject>PptxGenJS Presentation</dc:subject>
  <dc:creator>PptxGenJS</dc:creator>
  <cp:lastModifiedBy>Denis Petelin</cp:lastModifiedBy>
  <cp:revision>3</cp:revision>
  <dcterms:created xsi:type="dcterms:W3CDTF">2026-05-29T17:45:51Z</dcterms:created>
  <dcterms:modified xsi:type="dcterms:W3CDTF">2026-05-29T17:48:57Z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535040-0af2-483f-adc3-a132c21e3e2b_Enabled">
    <vt:lpwstr>true</vt:lpwstr>
  </property>
  <property fmtid="{D5CDD505-2E9C-101B-9397-08002B2CF9AE}" pid="3" name="MSIP_Label_2a535040-0af2-483f-adc3-a132c21e3e2b_SetDate">
    <vt:lpwstr>2026-05-29T17:48:14Z</vt:lpwstr>
  </property>
  <property fmtid="{D5CDD505-2E9C-101B-9397-08002B2CF9AE}" pid="4" name="MSIP_Label_2a535040-0af2-483f-adc3-a132c21e3e2b_Method">
    <vt:lpwstr>Standard</vt:lpwstr>
  </property>
  <property fmtid="{D5CDD505-2E9C-101B-9397-08002B2CF9AE}" pid="5" name="MSIP_Label_2a535040-0af2-483f-adc3-a132c21e3e2b_Name">
    <vt:lpwstr>EPAM_Confidential</vt:lpwstr>
  </property>
  <property fmtid="{D5CDD505-2E9C-101B-9397-08002B2CF9AE}" pid="6" name="MSIP_Label_2a535040-0af2-483f-adc3-a132c21e3e2b_SiteId">
    <vt:lpwstr>b41b72d0-4e9f-4c26-8a69-f949f367c91d</vt:lpwstr>
  </property>
  <property fmtid="{D5CDD505-2E9C-101B-9397-08002B2CF9AE}" pid="7" name="MSIP_Label_2a535040-0af2-483f-adc3-a132c21e3e2b_ActionId">
    <vt:lpwstr>33ea9224-8693-41b6-881d-ed0e3d83658e</vt:lpwstr>
  </property>
  <property fmtid="{D5CDD505-2E9C-101B-9397-08002B2CF9AE}" pid="8" name="MSIP_Label_2a535040-0af2-483f-adc3-a132c21e3e2b_ContentBits">
    <vt:lpwstr>0</vt:lpwstr>
  </property>
  <property fmtid="{D5CDD505-2E9C-101B-9397-08002B2CF9AE}" pid="9" name="MSIP_Label_2a535040-0af2-483f-adc3-a132c21e3e2b_Tag">
    <vt:lpwstr>50, 3, 0, 1</vt:lpwstr>
  </property>
</Properties>
</file>