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23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166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1463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Mimir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knows exactly how things get done.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416052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engineering knowledge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powerful.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does it know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YOUR team works?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33375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by default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87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AI has no idea about your architecture decisions, code standards, or team conventions.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10712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10712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gets lost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0712" y="4187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leave. Slack threads fade. Decisions made three sprints ago are forgotten.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72784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72784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restarts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2784" y="4187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re-explain context to AI every session. There's no compounding — just repetition.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MIMIR DOES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 how work gets done.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that knowledge to AI.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2468880"/>
            <a:ext cx="2011680" cy="164592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workflows, activities — structured and versioned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41448" y="3291840"/>
            <a:ext cx="411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2011680" cy="164592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51760" y="246888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query your playbooks directly in real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3291840"/>
            <a:ext cx="411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2468880"/>
            <a:ext cx="2011680" cy="164592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92040" y="246888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your exact standards — not generic best practices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22008" y="3291840"/>
            <a:ext cx="411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0" y="2468880"/>
            <a:ext cx="2011680" cy="164592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0" y="246888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6948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PIPs refine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improvements; engineers approve and publish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your standards once.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session inherits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"/>
            <a:ext cx="36576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15968" y="457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15968" y="758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tech choices — frameworks, patterns, constraints — in structured activities.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536192"/>
            <a:ext cx="36576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15968" y="15361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standards &amp; rules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5968" y="1837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export directly to Cursor/Windsurf `.mdc` files. AI follows your conventions automatically.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615184"/>
            <a:ext cx="36576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26151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guidance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5968" y="2916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features get built: BDD specs → services → views → tests. AI knows the sequence.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694176"/>
            <a:ext cx="36576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15968" y="36941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5968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version like code. Changes go through PIPs — not undocumented ad-hoc edits.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PLATFORM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3977640" cy="374904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9776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Sponsor /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Owner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 project in a day.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FeatureFactory playbook is pre-loaded: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journey and screen flows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BDD feature specs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Architecture decisions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Project estimate with Monte Carlo forecast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each activity guided by the playbook. You review outputs, not prompts.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77640" cy="374904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776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 Master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sprint in an hour.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knows your workflows end to end: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Activities with clear inputs and outputs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Dependencies mapped between activities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Effort estimates per scenario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 issues created from playbook spec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sprint board. You decide priorities.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Engineers + AI run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sprint in hours.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shifts from engineering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acceptance testing and product decisions.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0" y="502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0" y="502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scenario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8503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with BDD spec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1216152"/>
            <a:ext cx="0" cy="347472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implements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1947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service → view → template, guided by playbook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2313432"/>
            <a:ext cx="0" cy="347472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3044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+ Playwright E2E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3410712"/>
            <a:ext cx="0" cy="347472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0" y="4142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diff, not the prompts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sprint makes the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sprint better.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Improvement Proposals (PIPs)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157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gaps or improvements during sprints and submits a structured proposal. Galdr AI pre-reviews it. The engineer approves. The playbook evolves.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3611880"/>
            <a:ext cx="4846320" cy="1188720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time to hand over to operations, you have a perfectly structured asset — not tribal knowledge in someone's head.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3886200"/>
            <a:ext cx="502920" cy="457200"/>
          </a:xfrm>
          <a:prstGeom prst="rect">
            <a:avLst/>
          </a:prstGeom>
          <a:solidFill>
            <a:srgbClr val="A7D9D4"/>
          </a:solidFill>
          <a:ln w="12700">
            <a:solidFill>
              <a:srgbClr val="A7D9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2356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46520" y="3611880"/>
            <a:ext cx="502920" cy="731520"/>
          </a:xfrm>
          <a:prstGeom prst="rect">
            <a:avLst/>
          </a:prstGeom>
          <a:solidFill>
            <a:srgbClr val="A7D9D4"/>
          </a:solidFill>
          <a:ln w="12700">
            <a:solidFill>
              <a:srgbClr val="A7D9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223760" y="3337560"/>
            <a:ext cx="502920" cy="1005840"/>
          </a:xfrm>
          <a:prstGeom prst="rect">
            <a:avLst/>
          </a:prstGeom>
          <a:solidFill>
            <a:srgbClr val="A7D9D4"/>
          </a:solidFill>
          <a:ln w="12700">
            <a:solidFill>
              <a:srgbClr val="A7D9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7804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01000" y="2971800"/>
            <a:ext cx="502920" cy="1371600"/>
          </a:xfrm>
          <a:prstGeom prst="rect">
            <a:avLst/>
          </a:prstGeom>
          <a:solidFill>
            <a:srgbClr val="A7D9D4"/>
          </a:solidFill>
          <a:ln w="12700">
            <a:solidFill>
              <a:srgbClr val="A7D9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778240" y="2606040"/>
            <a:ext cx="502920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3252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depth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501</Words>
  <Application>Microsoft Macintosh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Mimir</dc:title>
  <dc:subject>PptxGenJS Presentation</dc:subject>
  <dc:creator>PptxGenJS</dc:creator>
  <cp:lastModifiedBy>Denis Petelin</cp:lastModifiedBy>
  <cp:revision>2</cp:revision>
  <dcterms:created xsi:type="dcterms:W3CDTF">2026-05-29T17:23:53Z</dcterms:created>
  <dcterms:modified xsi:type="dcterms:W3CDTF">2026-05-29T17:42:57Z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2026-05-29T17:41:46Z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890b19b0-b845-48d7-9a20-32518141f5e9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50, 3, 0, 1</vt:lpwstr>
  </property>
</Properties>
</file>